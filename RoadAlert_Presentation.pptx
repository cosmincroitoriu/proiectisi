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71" autoAdjust="0"/>
  </p:normalViewPr>
  <p:slideViewPr>
    <p:cSldViewPr snapToGrid="0" snapToObjects="1">
      <p:cViewPr>
        <p:scale>
          <a:sx n="125" d="100"/>
          <a:sy n="125" d="100"/>
        </p:scale>
        <p:origin x="-6" y="-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28600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 err="1"/>
              <a:t>Pro</a:t>
            </a:r>
            <a:r>
              <a:rPr lang="en-US" dirty="0" err="1"/>
              <a:t>iect</a:t>
            </a:r>
            <a:r>
              <a:rPr lang="en-US" dirty="0"/>
              <a:t> ISI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6400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RoadAlert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4A3B8"/>
                </a:solidFill>
              </a:defRPr>
            </a:pPr>
            <a:r>
              <a:t>Crowdsourced Traffic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BD5E1"/>
                </a:solidFill>
              </a:defRPr>
            </a:pPr>
            <a:r>
              <a:rPr dirty="0"/>
              <a:t>O </a:t>
            </a:r>
            <a:r>
              <a:rPr dirty="0" err="1"/>
              <a:t>alternativă</a:t>
            </a:r>
            <a:r>
              <a:rPr dirty="0"/>
              <a:t> open-source la Waze </a:t>
            </a:r>
            <a:r>
              <a:rPr dirty="0" err="1"/>
              <a:t>pentru</a:t>
            </a:r>
            <a:r>
              <a:rPr dirty="0"/>
              <a:t> </a:t>
            </a:r>
            <a:r>
              <a:rPr dirty="0" err="1"/>
              <a:t>raportarea</a:t>
            </a:r>
            <a:r>
              <a:rPr dirty="0"/>
              <a:t> </a:t>
            </a:r>
            <a:r>
              <a:rPr dirty="0" err="1"/>
              <a:t>și</a:t>
            </a:r>
            <a:r>
              <a:rPr dirty="0"/>
              <a:t> </a:t>
            </a:r>
            <a:r>
              <a:rPr dirty="0" err="1"/>
              <a:t>monitorizarea</a:t>
            </a:r>
            <a:r>
              <a:rPr dirty="0"/>
              <a:t> </a:t>
            </a:r>
            <a:r>
              <a:rPr dirty="0" err="1"/>
              <a:t>incidentelor</a:t>
            </a:r>
            <a:r>
              <a:rPr dirty="0"/>
              <a:t> de </a:t>
            </a:r>
            <a:r>
              <a:rPr dirty="0" err="1"/>
              <a:t>trafic</a:t>
            </a:r>
            <a:r>
              <a:rPr dirty="0"/>
              <a:t> </a:t>
            </a:r>
            <a:r>
              <a:rPr dirty="0" err="1"/>
              <a:t>în</a:t>
            </a:r>
            <a:r>
              <a:rPr dirty="0"/>
              <a:t> </a:t>
            </a:r>
            <a:r>
              <a:rPr dirty="0" err="1"/>
              <a:t>timp</a:t>
            </a:r>
            <a:r>
              <a:rPr dirty="0"/>
              <a:t> real.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03520"/>
            <a:ext cx="164592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Python Flask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5303520"/>
            <a:ext cx="164592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Azure 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5303520"/>
            <a:ext cx="164592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JavaScript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5303520"/>
            <a:ext cx="164592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ArcGIS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420294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rPr dirty="0"/>
              <a:t>Cosmin </a:t>
            </a:r>
            <a:r>
              <a:rPr dirty="0" err="1"/>
              <a:t>Croitoriu</a:t>
            </a:r>
            <a:r>
              <a:rPr dirty="0"/>
              <a:t> • Marius Ciochina</a:t>
            </a:r>
            <a:r>
              <a:rPr lang="en-US" dirty="0"/>
              <a:t> Mario • </a:t>
            </a:r>
            <a:r>
              <a:rPr lang="en-US" dirty="0" err="1"/>
              <a:t>Parfinescu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0A5FA"/>
                </a:solidFill>
              </a:defRPr>
            </a:pPr>
            <a:r>
              <a:t>github.com/CosminCroitoriu/ProiectISI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Agendă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BEAFE"/>
                </a:solidFill>
              </a:defRPr>
            </a:pPr>
            <a:r>
              <a:t>Structura prezentării proiectului RoadAlert.</a:t>
            </a:r>
          </a:p>
        </p:txBody>
      </p:sp>
      <p:sp>
        <p:nvSpPr>
          <p:cNvPr id="5" name="Oval 4"/>
          <p:cNvSpPr/>
          <p:nvPr/>
        </p:nvSpPr>
        <p:spPr>
          <a:xfrm>
            <a:off x="4572000" y="731520"/>
            <a:ext cx="365760" cy="3657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77724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Context, problemă, obiective</a:t>
            </a:r>
          </a:p>
        </p:txBody>
      </p:sp>
      <p:sp>
        <p:nvSpPr>
          <p:cNvPr id="7" name="Oval 6"/>
          <p:cNvSpPr/>
          <p:nvPr/>
        </p:nvSpPr>
        <p:spPr>
          <a:xfrm>
            <a:off x="4572000" y="1325880"/>
            <a:ext cx="365760" cy="3657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3716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Soluția propusă</a:t>
            </a:r>
          </a:p>
        </p:txBody>
      </p:sp>
      <p:sp>
        <p:nvSpPr>
          <p:cNvPr id="9" name="Oval 8"/>
          <p:cNvSpPr/>
          <p:nvPr/>
        </p:nvSpPr>
        <p:spPr>
          <a:xfrm>
            <a:off x="4572000" y="1920240"/>
            <a:ext cx="365760" cy="3657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96596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Arhitectură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2514600"/>
            <a:ext cx="365760" cy="3657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5603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Flux de utilizare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3108960"/>
            <a:ext cx="365760" cy="3657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rPr dirty="0"/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154679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Tehnologii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3703320"/>
            <a:ext cx="365760" cy="3657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rPr dirty="0"/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749039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Echipa și modul de lucru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4297680"/>
            <a:ext cx="365760" cy="3657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rPr dirty="0"/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3434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Roadmap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4892040"/>
            <a:ext cx="365760" cy="3657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rPr dirty="0"/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93776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Rezultate (Demo)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5486400"/>
            <a:ext cx="365760" cy="3657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rPr dirty="0"/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5321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Resurse</a:t>
            </a:r>
          </a:p>
        </p:txBody>
      </p:sp>
      <p:sp>
        <p:nvSpPr>
          <p:cNvPr id="23" name="Oval 22"/>
          <p:cNvSpPr/>
          <p:nvPr/>
        </p:nvSpPr>
        <p:spPr>
          <a:xfrm>
            <a:off x="4511040" y="6080760"/>
            <a:ext cx="449580" cy="36576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rPr dirty="0"/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61264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Concluzii și perspective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Context • Problemă • Obiective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7680" y="1371600"/>
            <a:ext cx="365760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Trafic urban aglomerat cu incidente frecvente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Necesitatea informațiilor în timp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Alternativă educațională, open-source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65760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36576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1645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Problemă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Surse de informare disparate, cu latență mare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4747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Costuri ridicate pentru soluții proprietare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Dificultate în validarea incidentelor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371600"/>
            <a:ext cx="3657600" cy="5029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371600"/>
            <a:ext cx="36576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0" y="1645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Obiective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MVP web: autentificare, hartă, raportare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4747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Validare comunitară (voturi) și TTL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572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• Statistici și API curat și sigur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Soluția propusă: concept și funcționalități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2743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Crowdsourcing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Raportare colaborativă de incidente direct de la utilizatori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097280"/>
            <a:ext cx="2743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2801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Validare &amp; Vot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7373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Sistem de votare comunitar; rapoarte invalide șterse automat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097280"/>
            <a:ext cx="2743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2801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TTL (Time-To-Live)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Incidentele expiră automat pentru date proaspete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097280"/>
            <a:ext cx="2743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12801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Hartă ArcGIS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7373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Vizualizare interactivă, căutare și direcții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840480"/>
            <a:ext cx="2743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Securitate (JWT)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Autentificare sigură, hashing bcrypt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840480"/>
            <a:ext cx="2743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4023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Backend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4805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API Flask robust pentru management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840480"/>
            <a:ext cx="2743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4023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Azure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4805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Bază de date scalabilă în cloud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3840480"/>
            <a:ext cx="2743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0" y="40233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Statistici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4805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Analiză: nr. incidente pe zone, trenduri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74320"/>
            <a:ext cx="182880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ARHITECTURĂ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Schema Bloc și Fluxul Datelor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2286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2286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75569"/>
                </a:solidFill>
              </a:defRPr>
            </a:pPr>
            <a:r>
              <a:t>HTML/CSS/JS</a:t>
            </a:r>
            <a:br/>
            <a:r>
              <a:t>Single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743200"/>
            <a:ext cx="2286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0" y="2743200"/>
            <a:ext cx="228600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29260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Flask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383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75569"/>
                </a:solidFill>
              </a:defRPr>
            </a:pPr>
            <a:r>
              <a:t>Business Logic</a:t>
            </a:r>
            <a:br/>
            <a:r>
              <a:t>Auth &amp; 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743200"/>
            <a:ext cx="2286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0" y="2743200"/>
            <a:ext cx="22860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29260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Azure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383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75569"/>
                </a:solidFill>
              </a:defRPr>
            </a:pPr>
            <a:r>
              <a:t>Users, Reports,</a:t>
            </a:r>
            <a:br/>
            <a:r>
              <a:t>Votes Tables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029200"/>
            <a:ext cx="2286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502920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ArcGIS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669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75569"/>
                </a:solidFill>
              </a:defRPr>
            </a:pPr>
            <a:r>
              <a:t>Base Maps</a:t>
            </a:r>
            <a:br/>
            <a:r>
              <a:t>Geocoding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5029200"/>
            <a:ext cx="2286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0" y="5029200"/>
            <a:ext cx="228600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79" y="521208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Worker TTL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66928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75569"/>
                </a:solidFill>
              </a:defRPr>
            </a:pPr>
            <a:r>
              <a:t>Background Job</a:t>
            </a:r>
            <a:br/>
            <a:r>
              <a:t>Cleanup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200400" y="3383280"/>
            <a:ext cx="9144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ight Arrow 25"/>
          <p:cNvSpPr/>
          <p:nvPr/>
        </p:nvSpPr>
        <p:spPr>
          <a:xfrm>
            <a:off x="6400800" y="3383280"/>
            <a:ext cx="91440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058400" y="1371600"/>
            <a:ext cx="19202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49840" y="146304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API Endpoints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19202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POST /api/auth/register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24028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POST /api/auth/login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25603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GET /api/user/profile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88036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GET /api/health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3840480"/>
            <a:ext cx="19202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49840" y="393192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Securitate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429768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JWT Token pentru sesiuni stateless</a:t>
            </a:r>
            <a:br/>
            <a:r>
              <a:t>bcrypt pentru hashing parole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743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Flux de utilizare – Scenarii cheie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Sign Up/Login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60320" y="214884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80360" y="164592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1920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Hartă (ArcGIS)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92040" y="214884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212079" y="164592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19" y="1920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Direcții &amp;</a:t>
            </a:r>
            <a:br/>
            <a:r>
              <a:t>Raportare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23759" y="214884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43800" y="164592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1920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Votare &amp;</a:t>
            </a:r>
            <a:br/>
            <a:r>
              <a:t>TTL Check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55480" y="2148840"/>
            <a:ext cx="32004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875520" y="1645920"/>
            <a:ext cx="20116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60" y="19202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Statistici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3657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474720"/>
            <a:ext cx="54864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" y="3657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1. Onboarding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2062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Utilizatorul creează un cont și primește token JWT. Acces automat după înregistrare.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474720"/>
            <a:ext cx="3657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59" y="3474720"/>
            <a:ext cx="54864" cy="2926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79" y="3657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2. Harta și Navigarea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79" y="42062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Interfața încarcă harta ArcGIS cu incidentele din proximitate. Utilizatorii pot adăuga rapoarte sau cere direcții.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3474720"/>
            <a:ext cx="3657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412480" y="3474720"/>
            <a:ext cx="54864" cy="2926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0" y="3657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3. Validare și 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2062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Sistem de votare: la 3 voturi de infirmare, raportul se șterge. Worker-ul TTL curăță datele vechi.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74320"/>
            <a:ext cx="182880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STACK TEHNOLOGIC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Tehnologii Utilizate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Frontend &amp;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Interfață minimalistă fără framework-uri complexe, integrare cu hărți.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109728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563EB"/>
                </a:solidFill>
              </a:defRPr>
            </a:pPr>
            <a:r>
              <a:t>HTML5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3017520"/>
            <a:ext cx="109728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563EB"/>
                </a:solidFill>
              </a:defRPr>
            </a:pPr>
            <a:r>
              <a:t>CSS3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017520"/>
            <a:ext cx="109728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563EB"/>
                </a:solidFill>
              </a:defRPr>
            </a:pPr>
            <a:r>
              <a:t>JavaScript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017520"/>
            <a:ext cx="109728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563EB"/>
                </a:solidFill>
              </a:defRPr>
            </a:pPr>
            <a:r>
              <a:t>ArcGIS SDK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48640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Backend &amp;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Server robust scris în Python, API RESTful pentru utilizatori și incidente.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017520"/>
            <a:ext cx="109728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563EB"/>
                </a:solidFill>
              </a:defRPr>
            </a:pPr>
            <a:r>
              <a:rPr dirty="0"/>
              <a:t>Python 3.</a:t>
            </a:r>
            <a:r>
              <a:rPr lang="en-US" dirty="0"/>
              <a:t>12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7772400" y="3017520"/>
            <a:ext cx="109728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563EB"/>
                </a:solidFill>
              </a:defRPr>
            </a:pPr>
            <a:r>
              <a:t>Flask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3017520"/>
            <a:ext cx="109728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563EB"/>
                </a:solidFill>
              </a:defRPr>
            </a:pPr>
            <a:r>
              <a:t>REST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23360"/>
            <a:ext cx="548640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Database &amp;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Stocare persistentă și scalabilă în cloud, integritate datelor.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77840"/>
            <a:ext cx="109728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563EB"/>
                </a:solidFill>
              </a:defRPr>
            </a:pPr>
            <a:r>
              <a:t>Azure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577840"/>
            <a:ext cx="109728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563EB"/>
                </a:solidFill>
              </a:defRPr>
            </a:pPr>
            <a:r>
              <a:t>PostgreSQL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5577840"/>
            <a:ext cx="109728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563EB"/>
                </a:solidFill>
              </a:defRPr>
            </a:pPr>
            <a:r>
              <a:t>.env Config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023360"/>
            <a:ext cx="548640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42062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Auth &amp; 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6634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Securitate modernă cu token-uri și hashing puternic pentru parole.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5577840"/>
            <a:ext cx="109728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563EB"/>
                </a:solidFill>
              </a:defRPr>
            </a:pPr>
            <a:r>
              <a:t>JWT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5577840"/>
            <a:ext cx="109728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563EB"/>
                </a:solidFill>
              </a:defRPr>
            </a:pPr>
            <a:r>
              <a:t>bcrypt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5577840"/>
            <a:ext cx="1097280" cy="3657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2563EB"/>
                </a:solidFill>
              </a:defRPr>
            </a:pPr>
            <a:r>
              <a:t>Bearer Auth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74320"/>
            <a:ext cx="16459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CONTRIBUTORS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Echipa și modul de lucru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5603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80160" y="1645920"/>
            <a:ext cx="914400" cy="9144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CC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Cosmin Croitoriu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08960"/>
            <a:ext cx="16459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Backend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rPr dirty="0"/>
              <a:t>✓ </a:t>
            </a:r>
            <a:r>
              <a:rPr dirty="0" err="1"/>
              <a:t>Arhitectură</a:t>
            </a:r>
            <a:r>
              <a:rPr dirty="0"/>
              <a:t>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128272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rPr dirty="0"/>
              <a:t>✓ </a:t>
            </a:r>
            <a:r>
              <a:rPr lang="en-US" dirty="0" err="1"/>
              <a:t>Configurare</a:t>
            </a:r>
            <a:r>
              <a:rPr lang="en-US" dirty="0"/>
              <a:t> Azure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✓ Schema Bazei de 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463040"/>
            <a:ext cx="25603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023360" y="1645920"/>
            <a:ext cx="914400" cy="914400"/>
          </a:xfrm>
          <a:prstGeom prst="ellipse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366F1"/>
                </a:solidFill>
              </a:defRPr>
            </a:pPr>
            <a:r>
              <a:t>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51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Mario Parfinescu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108960"/>
            <a:ext cx="1645920" cy="32004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Frontend &amp; 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6576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✓ UI/UX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0690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✓ Integrare Hartă (ArcGIS)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4805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✓ Fluxuri Utilizator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463040"/>
            <a:ext cx="25603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766560" y="1645920"/>
            <a:ext cx="914400" cy="9144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EA5E9"/>
                </a:solidFill>
              </a:defRPr>
            </a:pPr>
            <a:r>
              <a:t>MC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6517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Marius Ciochina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108960"/>
            <a:ext cx="1645920" cy="3200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rPr lang="en-US" dirty="0"/>
              <a:t>Backend </a:t>
            </a:r>
            <a:r>
              <a:rPr dirty="0"/>
              <a:t>&amp;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657600"/>
            <a:ext cx="13131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rPr lang="en-US" dirty="0"/>
              <a:t>✓ </a:t>
            </a:r>
            <a:r>
              <a:rPr lang="en-US" dirty="0" err="1"/>
              <a:t>Autentificare</a:t>
            </a:r>
            <a:r>
              <a:rPr lang="en-US" dirty="0"/>
              <a:t> (JWT)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069080"/>
            <a:ext cx="134844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rPr dirty="0"/>
              <a:t>✓ </a:t>
            </a:r>
            <a:r>
              <a:rPr lang="en-US" dirty="0"/>
              <a:t>Login/Sign up Pages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6126480" y="44805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rPr dirty="0"/>
              <a:t>✓ </a:t>
            </a:r>
            <a:r>
              <a:rPr dirty="0" err="1"/>
              <a:t>Documentație</a:t>
            </a:r>
            <a:r>
              <a:rPr dirty="0"/>
              <a:t> </a:t>
            </a:r>
            <a:r>
              <a:rPr dirty="0" err="1"/>
              <a:t>Tehnică</a:t>
            </a:r>
            <a:endParaRPr dirty="0"/>
          </a:p>
        </p:txBody>
      </p:sp>
      <p:sp>
        <p:nvSpPr>
          <p:cNvPr id="26" name="Rounded Rectangle 25"/>
          <p:cNvSpPr/>
          <p:nvPr/>
        </p:nvSpPr>
        <p:spPr>
          <a:xfrm>
            <a:off x="8686800" y="1463040"/>
            <a:ext cx="320040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0" y="16459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Mod de Lucru</a:t>
            </a:r>
          </a:p>
        </p:txBody>
      </p:sp>
      <p:sp>
        <p:nvSpPr>
          <p:cNvPr id="28" name="Oval 27"/>
          <p:cNvSpPr/>
          <p:nvPr/>
        </p:nvSpPr>
        <p:spPr>
          <a:xfrm>
            <a:off x="8869680" y="2194560"/>
            <a:ext cx="137160" cy="1371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0" y="21031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Versionare &amp; Colaborare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68879"/>
            <a:ext cx="2651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 dirty="0"/>
              <a:t>GitHub Issues</a:t>
            </a:r>
          </a:p>
        </p:txBody>
      </p:sp>
      <p:sp>
        <p:nvSpPr>
          <p:cNvPr id="31" name="Oval 30"/>
          <p:cNvSpPr/>
          <p:nvPr/>
        </p:nvSpPr>
        <p:spPr>
          <a:xfrm>
            <a:off x="8869680" y="3200400"/>
            <a:ext cx="137160" cy="1371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310896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Branching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474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Feature branches, Pull Requests</a:t>
            </a:r>
          </a:p>
        </p:txBody>
      </p:sp>
      <p:sp>
        <p:nvSpPr>
          <p:cNvPr id="34" name="Oval 33"/>
          <p:cNvSpPr/>
          <p:nvPr/>
        </p:nvSpPr>
        <p:spPr>
          <a:xfrm>
            <a:off x="8869680" y="4206240"/>
            <a:ext cx="137160" cy="1371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0" y="411480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Metodologie Agile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48055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Sprinturi scurte 1-2 săptămâni</a:t>
            </a:r>
          </a:p>
        </p:txBody>
      </p:sp>
      <p:sp>
        <p:nvSpPr>
          <p:cNvPr id="37" name="Oval 36"/>
          <p:cNvSpPr/>
          <p:nvPr/>
        </p:nvSpPr>
        <p:spPr>
          <a:xfrm>
            <a:off x="8869680" y="5212079"/>
            <a:ext cx="137160" cy="1371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0" y="512064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293B"/>
                </a:solidFill>
              </a:defRPr>
            </a:pPr>
            <a:r>
              <a:t>Documentație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548639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Documentatie_Initiala.md actualizată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74320"/>
            <a:ext cx="137160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PLANIFICARE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Roadmap – Parcursul Implementării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429000"/>
            <a:ext cx="1051560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920240" y="3291840"/>
            <a:ext cx="320040" cy="320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280160"/>
            <a:ext cx="2468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280160"/>
            <a:ext cx="54864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1560" y="1417319"/>
            <a:ext cx="1005840" cy="274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563EB"/>
                </a:solidFill>
              </a:defRPr>
            </a:pPr>
            <a:r>
              <a:t>Săpt.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37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Fundație &amp;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031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✓ Init Repo &amp; Flask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95727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✓ Azure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88335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✓ Auth: JWT &amp; bcrypt</a:t>
            </a:r>
          </a:p>
        </p:txBody>
      </p:sp>
      <p:sp>
        <p:nvSpPr>
          <p:cNvPr id="14" name="Oval 13"/>
          <p:cNvSpPr/>
          <p:nvPr/>
        </p:nvSpPr>
        <p:spPr>
          <a:xfrm>
            <a:off x="4754879" y="3291840"/>
            <a:ext cx="320040" cy="320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749039" y="3931920"/>
            <a:ext cx="2468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749039" y="3931920"/>
            <a:ext cx="54864" cy="1920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886200" y="4069080"/>
            <a:ext cx="1005840" cy="274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563EB"/>
                </a:solidFill>
              </a:defRPr>
            </a:pPr>
            <a:r>
              <a:t>Săpt. 3-4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43891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Frontend &amp; Hartă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4754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✓ Pagini Login/Sign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5047488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✓ Sesiune JWT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5340096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✓ Hartă ArcGIS</a:t>
            </a:r>
          </a:p>
        </p:txBody>
      </p:sp>
      <p:sp>
        <p:nvSpPr>
          <p:cNvPr id="22" name="Oval 21"/>
          <p:cNvSpPr/>
          <p:nvPr/>
        </p:nvSpPr>
        <p:spPr>
          <a:xfrm>
            <a:off x="7589519" y="3291840"/>
            <a:ext cx="320040" cy="320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83679" y="1280160"/>
            <a:ext cx="2468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79" y="1280160"/>
            <a:ext cx="54864" cy="1920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720840" y="1417319"/>
            <a:ext cx="1005840" cy="274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563EB"/>
                </a:solidFill>
              </a:defRPr>
            </a:pPr>
            <a:r>
              <a:t>Săpt. 5-6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1737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Logică Incidente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1031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✓ Formular Raportare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395727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✓ Sistem Votare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688335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✓ Worker TTL</a:t>
            </a:r>
          </a:p>
        </p:txBody>
      </p:sp>
      <p:sp>
        <p:nvSpPr>
          <p:cNvPr id="30" name="Oval 29"/>
          <p:cNvSpPr/>
          <p:nvPr/>
        </p:nvSpPr>
        <p:spPr>
          <a:xfrm>
            <a:off x="10424159" y="3291840"/>
            <a:ext cx="320040" cy="32004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418319" y="3931920"/>
            <a:ext cx="2468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418319" y="3931920"/>
            <a:ext cx="54864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555480" y="4069080"/>
            <a:ext cx="1005840" cy="27432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563EB"/>
                </a:solidFill>
              </a:defRPr>
            </a:pPr>
            <a:r>
              <a:t>Săpt. 7-8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43891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Polish &amp; Release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4754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✓ Statistici &amp; Grafice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5047488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✓ Updates Real-time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5340096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✓ Lansare Beta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74320"/>
            <a:ext cx="118872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REZULTATE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Interfață și Funcționalități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Capturi de ecran din versiunea curentă (MVP) a aplicației RoadAlert.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657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4360" y="173736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" y="173736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0120" y="173736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88720" y="1719072"/>
            <a:ext cx="274320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localhost:8000/login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347472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[Screenshot Placeholder]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rPr dirty="0" err="1"/>
              <a:t>Autentificare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" y="53949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75569"/>
                </a:solidFill>
              </a:defRPr>
            </a:pPr>
            <a:r>
              <a:t>Interfață minimalistă pentru login securizat. Sesiune gestionată prin JWT.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645920"/>
            <a:ext cx="3657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1645920"/>
            <a:ext cx="365760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26280" y="173736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709160" y="173736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892040" y="173736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120640" y="1719072"/>
            <a:ext cx="274320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localhost:8000/register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2103120"/>
            <a:ext cx="347472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29260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[Screenshot Placeholder]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029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Înregistrare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53949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75569"/>
                </a:solidFill>
              </a:defRPr>
            </a:pPr>
            <a:r>
              <a:rPr dirty="0" err="1"/>
              <a:t>Creare</a:t>
            </a:r>
            <a:r>
              <a:rPr dirty="0"/>
              <a:t> </a:t>
            </a:r>
            <a:r>
              <a:rPr dirty="0" err="1"/>
              <a:t>cont</a:t>
            </a:r>
            <a:r>
              <a:rPr dirty="0"/>
              <a:t> </a:t>
            </a:r>
            <a:r>
              <a:rPr dirty="0" err="1"/>
              <a:t>nou</a:t>
            </a:r>
            <a:r>
              <a:rPr dirty="0"/>
              <a:t> cu </a:t>
            </a:r>
            <a:r>
              <a:rPr dirty="0" err="1"/>
              <a:t>validare</a:t>
            </a:r>
            <a:r>
              <a:rPr dirty="0"/>
              <a:t> </a:t>
            </a:r>
            <a:r>
              <a:rPr dirty="0" err="1"/>
              <a:t>în</a:t>
            </a:r>
            <a:r>
              <a:rPr dirty="0"/>
              <a:t> </a:t>
            </a:r>
            <a:r>
              <a:rPr dirty="0" err="1"/>
              <a:t>timp</a:t>
            </a:r>
            <a:r>
              <a:rPr dirty="0"/>
              <a:t> real a </a:t>
            </a:r>
            <a:r>
              <a:rPr dirty="0" err="1"/>
              <a:t>datelor</a:t>
            </a:r>
            <a:r>
              <a:rPr dirty="0"/>
              <a:t> </a:t>
            </a:r>
            <a:r>
              <a:rPr dirty="0" err="1"/>
              <a:t>introduse</a:t>
            </a:r>
            <a:r>
              <a:rPr dirty="0"/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645920"/>
            <a:ext cx="3657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1645920"/>
            <a:ext cx="3657600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458200" y="173736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641080" y="173736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823960" y="173736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052560" y="1719072"/>
            <a:ext cx="274320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94A3B8"/>
                </a:solidFill>
              </a:defRPr>
            </a:pPr>
            <a:r>
              <a:t>localhost:8000/map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103120"/>
            <a:ext cx="347472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95360" y="29260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[Screenshot Placeholder]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029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Hartă &amp; Incidente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3949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475569"/>
                </a:solidFill>
              </a:defRPr>
            </a:pPr>
            <a:r>
              <a:t>Integrare ArcGIS pentru vizualizare incidente, trafic și navigare.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2CD74B5-10A3-4F6A-A034-B1A7370B8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4832"/>
            <a:ext cx="3474720" cy="246583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98F5A57-053D-47D8-BE56-6A44952B1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2103121"/>
            <a:ext cx="3474720" cy="256032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0E90461-4976-4932-A50F-0A2051212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103121"/>
            <a:ext cx="3520592" cy="25110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RESURSE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Resurse și Linkuri Utile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Documentație, repository și ghid rapid de instalare pentru dezvoltatori.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0292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Repository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563EB"/>
                </a:solidFill>
              </a:defRPr>
            </a:pPr>
            <a:r>
              <a:t>github.com/CosminCroitoriu/ProiectISI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5029200" cy="1097280"/>
          </a:xfrm>
          <a:prstGeom prst="roundRect">
            <a:avLst/>
          </a:prstGeom>
          <a:solidFill>
            <a:srgbClr val="FFFBEB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A8A04"/>
                </a:solidFill>
              </a:defRPr>
            </a:pPr>
            <a:r>
              <a:t>Documentație Tehnică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A8A04"/>
                </a:solidFill>
              </a:defRPr>
            </a:pPr>
            <a:r>
              <a:t>Specificațiile complete se găsesc în fișierul Documentatie_Initiala.md din rădăcina proiectului.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5029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API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POST  /api/auth/register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37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POST  /api/auth/login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GET  /api/user/profile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GET  /api/health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1645920"/>
            <a:ext cx="594360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60720" y="1645920"/>
            <a:ext cx="5943600" cy="365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97880" y="1737360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080760" y="173736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63640" y="173736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16916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bash — Quick Start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103120"/>
            <a:ext cx="5577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8FAFC"/>
                </a:solidFill>
                <a:latin typeface="Courier New"/>
              </a:defRPr>
            </a:pPr>
            <a:r>
              <a:t># 1. Setup Backend &amp; Install Dependencies</a:t>
            </a:r>
            <a:br/>
            <a:r>
              <a:t>$ cd backend</a:t>
            </a:r>
            <a:br/>
            <a:r>
              <a:t>$ pip3 install -r requirements.txt</a:t>
            </a:r>
            <a:br/>
            <a:br/>
            <a:r>
              <a:t># 2. Configure Environment (.env)</a:t>
            </a:r>
            <a:br/>
            <a:r>
              <a:t>$ echo "PORT=5000..." &gt; .env</a:t>
            </a:r>
            <a:br/>
            <a:br/>
            <a:r>
              <a:t># 3. Start API Server</a:t>
            </a:r>
            <a:br/>
            <a:r>
              <a:t>$ python3 server.py</a:t>
            </a:r>
            <a:br/>
            <a:r>
              <a:t>✓ Server running on localhost:5000</a:t>
            </a:r>
            <a:br/>
            <a:br/>
            <a:r>
              <a:t># 4. Setup Frontend (New Terminal)</a:t>
            </a:r>
            <a:br/>
            <a:r>
              <a:t>$ cd frontend</a:t>
            </a:r>
            <a:br/>
            <a:r>
              <a:t>$ python3 -m http.server 8000</a:t>
            </a:r>
            <a:br/>
            <a:r>
              <a:t>✓ Frontend live at localhost:8000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274320"/>
            <a:ext cx="1097280" cy="3200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REZUMAT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Concluzii și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Stadiul actual al proiectului RoadAlert și pașii următori pentru dezvoltare.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4864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Concluzii Proiect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377440"/>
            <a:ext cx="274320" cy="274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563EB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MVP Educațional Funcțional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RoadAlert demonstrează cu succes conceptul de monitorizare colaborativă a traficului.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657600"/>
            <a:ext cx="274320" cy="274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563EB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Arhitectură Scalabilă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7763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Design modular bazat pe Flask și Azure PostgreSQL, ușor de extins.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937760"/>
            <a:ext cx="274320" cy="274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2563EB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920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Securitate Implementată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57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Protecția datelor prin autentificare JWT și hashing bcrypt.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5486400" cy="2286000"/>
          </a:xfrm>
          <a:prstGeom prst="roundRect">
            <a:avLst/>
          </a:prstGeom>
          <a:solidFill>
            <a:srgbClr val="FFFBEB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1645920"/>
            <a:ext cx="54864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6638" y="1874520"/>
            <a:ext cx="22427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2400E"/>
                </a:solidFill>
              </a:defRPr>
            </a:pPr>
            <a:r>
              <a:rPr dirty="0"/>
              <a:t>Priority TODOs</a:t>
            </a:r>
            <a:r>
              <a:rPr lang="en-US" dirty="0"/>
              <a:t> - Completed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400800" y="2286000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2400E"/>
                </a:solidFill>
              </a:defRPr>
            </a:pPr>
            <a:r>
              <a:rPr dirty="0"/>
              <a:t>☐</a:t>
            </a:r>
            <a:r>
              <a:rPr lang="en-US" dirty="0"/>
              <a:t> Login/Register – </a:t>
            </a:r>
            <a:r>
              <a:rPr lang="en-US" dirty="0" err="1"/>
              <a:t>conecatere</a:t>
            </a:r>
            <a:r>
              <a:rPr lang="en-US" dirty="0"/>
              <a:t> la </a:t>
            </a:r>
            <a:r>
              <a:rPr lang="en-US" dirty="0" err="1"/>
              <a:t>baze</a:t>
            </a:r>
            <a:r>
              <a:rPr lang="en-US" dirty="0"/>
              <a:t> de date Azure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40080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2400E"/>
                </a:solidFill>
              </a:defRPr>
            </a:pPr>
            <a:r>
              <a:rPr dirty="0"/>
              <a:t>☐ </a:t>
            </a:r>
            <a:r>
              <a:rPr dirty="0" err="1"/>
              <a:t>Sistem</a:t>
            </a:r>
            <a:r>
              <a:rPr dirty="0"/>
              <a:t> de </a:t>
            </a:r>
            <a:r>
              <a:rPr dirty="0" err="1"/>
              <a:t>votare</a:t>
            </a:r>
            <a:r>
              <a:rPr dirty="0"/>
              <a:t>: la 3 </a:t>
            </a:r>
            <a:r>
              <a:rPr dirty="0" err="1"/>
              <a:t>voturi</a:t>
            </a:r>
            <a:r>
              <a:rPr dirty="0"/>
              <a:t> negative, </a:t>
            </a:r>
            <a:r>
              <a:rPr dirty="0" err="1"/>
              <a:t>ștergere</a:t>
            </a:r>
            <a:r>
              <a:rPr dirty="0"/>
              <a:t> </a:t>
            </a:r>
            <a:r>
              <a:rPr dirty="0" err="1"/>
              <a:t>raport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400800" y="3291839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2400E"/>
                </a:solidFill>
              </a:defRPr>
            </a:pPr>
            <a:r>
              <a:rPr dirty="0"/>
              <a:t>☐ </a:t>
            </a:r>
            <a:r>
              <a:rPr dirty="0" err="1"/>
              <a:t>Generare</a:t>
            </a:r>
            <a:r>
              <a:rPr lang="en-US" dirty="0"/>
              <a:t> </a:t>
            </a:r>
            <a:r>
              <a:rPr lang="en-US" dirty="0" err="1"/>
              <a:t>rute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6217920" y="4114800"/>
            <a:ext cx="5486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Perspective de Dezvoltare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→ Actualizări în timp real (WebSocket / SSE)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212080"/>
            <a:ext cx="192161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dirty="0"/>
              <a:t>→ </a:t>
            </a:r>
            <a:r>
              <a:rPr dirty="0" err="1"/>
              <a:t>Versiune</a:t>
            </a:r>
            <a:r>
              <a:rPr dirty="0"/>
              <a:t> Mobile-Friendly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6692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→ Dashboard avansat pentru administrație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1014</Words>
  <Application>Microsoft Office PowerPoint</Application>
  <PresentationFormat>Widescreen</PresentationFormat>
  <Paragraphs>218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Marius Ciochina</cp:lastModifiedBy>
  <cp:revision>21</cp:revision>
  <dcterms:created xsi:type="dcterms:W3CDTF">2013-01-27T09:14:16Z</dcterms:created>
  <dcterms:modified xsi:type="dcterms:W3CDTF">2026-01-18T17:57:17Z</dcterms:modified>
  <cp:category/>
</cp:coreProperties>
</file>